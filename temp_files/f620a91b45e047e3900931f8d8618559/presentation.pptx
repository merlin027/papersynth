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PaperSynth - Research Summary</a:t>
            </a:r>
          </a:p>
        </p:txBody>
      </p:sp>
      <p:sp>
        <p:nvSpPr>
          <p:cNvPr id="3" name="Subtitle 2"/>
          <p:cNvSpPr>
            <a:spLocks noGrp="1"/>
          </p:cNvSpPr>
          <p:nvPr>
            <p:ph type="subTitle" idx="1"/>
          </p:nvPr>
        </p:nvSpPr>
        <p:spPr/>
        <p:txBody>
          <a:bodyPr/>
          <a:lstStyle/>
          <a:p>
            <a:r>
              <a:t>Generated Summary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Findings</a:t>
            </a:r>
          </a:p>
        </p:txBody>
      </p:sp>
      <p:sp>
        <p:nvSpPr>
          <p:cNvPr id="3" name="Content Placeholder 2"/>
          <p:cNvSpPr>
            <a:spLocks noGrp="1"/>
          </p:cNvSpPr>
          <p:nvPr>
            <p:ph idx="1"/>
          </p:nvPr>
        </p:nvSpPr>
        <p:spPr/>
        <p:txBody>
          <a:bodyPr/>
          <a:lstStyle/>
          <a:p/>
          <a:p>
            <a:pPr/>
            <a:r>
              <a:t>• Demonstrated ProblemSolving: Through evaluating student assignments and providing constructive feedback, Vrushank showcases problemsolving skills within an educational context. The Spotify Clone and Vinyl Vault projects also highlight his ability to break down complex challenges into manageable coding tasks.</a:t>
            </a:r>
          </a:p>
          <a:p>
            <a:pPr/>
            <a:r>
              <a:t>• Teamwork and Communication: Vrushank's role as a Content Writer for Arthyantra involves crafting messaging for diverse stakeholders, indicating strong communication and collaboration skills. Tutoring sessions at Manan Shah's Institute further underscore his ability to work effectively with individuals and groups.</a:t>
            </a:r>
          </a:p>
          <a:p>
            <a:pPr/>
            <a:r>
              <a:t>• Administrative and Organizational Abilities: Managing administrative tasks such as processing fees and maintaining financial records at Manan Shah's Institute points to solid organizational skills and attention to detail. Multitasking is implied by the concurrent nature of his content writing and internship roles.</a:t>
            </a:r>
          </a:p>
          <a:p>
            <a:pPr/>
            <a:r>
              <a:t>• Technical Proficiency (JAVA, C++, Web Development): Certifications (Java, DataCamp), GitHub projects (Spotify Clone, Vinyl Vault), and relevant coursework (B.Tech in Information Technology) provide evidence of his competence in programming languages like Java and HTML/CSS/JavaScript and MERN stack.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lstStyle/>
          <a:p/>
          <a:p>
            <a:pPr/>
            <a:r>
              <a:t>• Experiential Data Collection: The profile relies primarily on descriptions of past experiences (Arthyantra, Manan Shah's Institute) and project work (Spotify Clone, Vinyl Vault) as the primary data source.</a:t>
            </a:r>
          </a:p>
          <a:p>
            <a:pPr/>
            <a:r>
              <a:t>• SelfReported Skill Assessment: Skills are explicitly listed, representing a selfassessment of Vrushank's abilities.</a:t>
            </a:r>
          </a:p>
          <a:p>
            <a:pPr/>
            <a:r>
              <a:t>• Certification as Validation: Certifications from NPTEL, HackerRank, and DataCamp are presented as external validation of specific technical skills.</a:t>
            </a:r>
          </a:p>
          <a:p>
            <a:pPr/>
            <a:r>
              <a:t>• PortfolioBased Evidence: The GitHub link provides access to code repositories, allowing for independent verification of the skills claimed in the project descriptions.</a:t>
            </a:r>
          </a:p>
          <a:p>
            <a:pPr/>
            <a:r>
              <a:t>• Educational Background: Inclusion of educational achievements (ISC, B.Tech) to establish a foundation for learning.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Conclusions</a:t>
            </a:r>
          </a:p>
        </p:txBody>
      </p:sp>
      <p:sp>
        <p:nvSpPr>
          <p:cNvPr id="3" name="Content Placeholder 2"/>
          <p:cNvSpPr>
            <a:spLocks noGrp="1"/>
          </p:cNvSpPr>
          <p:nvPr>
            <p:ph idx="1"/>
          </p:nvPr>
        </p:nvSpPr>
        <p:spPr/>
        <p:txBody>
          <a:bodyPr/>
          <a:lstStyle/>
          <a:p/>
          <a:p>
            <a:pPr/>
            <a:r>
              <a:t>• Vrushank Ganatra possesses a diverse skill set combining technical expertise with soft skills like communication, organization, and problemsolving.</a:t>
            </a:r>
          </a:p>
          <a:p>
            <a:pPr/>
            <a:r>
              <a:t>• His experiences showcase an ability to apply theoretical knowledge to practical problems, as demonstrated by the Spotify Clone and Vinyl Vault projects.</a:t>
            </a:r>
          </a:p>
          <a:p>
            <a:pPr/>
            <a:r>
              <a:t>• The continuous pursuit of online certifications and project work suggests a commitment to lifelong learning and professional development.</a:t>
            </a:r>
          </a:p>
          <a:p>
            <a:pPr/>
            <a:r>
              <a:t>• The profile highlights a combination of practical work experiences and educational knowledge, creating a solid skillset.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Implications</a:t>
            </a:r>
          </a:p>
        </p:txBody>
      </p:sp>
      <p:sp>
        <p:nvSpPr>
          <p:cNvPr id="3" name="Content Placeholder 2"/>
          <p:cNvSpPr>
            <a:spLocks noGrp="1"/>
          </p:cNvSpPr>
          <p:nvPr>
            <p:ph idx="1"/>
          </p:nvPr>
        </p:nvSpPr>
        <p:spPr/>
        <p:txBody>
          <a:bodyPr/>
          <a:lstStyle/>
          <a:p/>
          <a:p>
            <a:pPr/>
            <a:r>
              <a:t>• Job Market Relevance: The profile presents Vrushank as a wellrounded candidate suitable for entrylevel positions in software development, web development, or related IT fields. The combination of technical skills and soft skills enhances his employability.</a:t>
            </a:r>
          </a:p>
          <a:p>
            <a:pPr/>
            <a:r>
              <a:t>• Areas for Growth: While the profile is strong, continuous updates to the GitHub repository and the completion of the CI/CD pipeline configuration for the Vinyl Vault project would further strengthen his candidacy. Documenting specific contributions to Arthyantra with measurable results (e.g., percentage increase in event attendance) would also be beneficial.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