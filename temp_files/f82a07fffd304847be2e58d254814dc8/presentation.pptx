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PaperSynth - Research Summary</a:t>
            </a:r>
          </a:p>
        </p:txBody>
      </p:sp>
      <p:sp>
        <p:nvSpPr>
          <p:cNvPr id="3" name="Subtitle 2"/>
          <p:cNvSpPr>
            <a:spLocks noGrp="1"/>
          </p:cNvSpPr>
          <p:nvPr>
            <p:ph type="subTitle" idx="1"/>
          </p:nvPr>
        </p:nvSpPr>
        <p:spPr/>
        <p:txBody>
          <a:bodyPr/>
          <a:lstStyle/>
          <a:p>
            <a:r>
              <a:t>Generated Summary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Findings</a:t>
            </a:r>
          </a:p>
        </p:txBody>
      </p:sp>
      <p:sp>
        <p:nvSpPr>
          <p:cNvPr id="3" name="Content Placeholder 2"/>
          <p:cNvSpPr>
            <a:spLocks noGrp="1"/>
          </p:cNvSpPr>
          <p:nvPr>
            <p:ph idx="1"/>
          </p:nvPr>
        </p:nvSpPr>
        <p:spPr/>
        <p:txBody>
          <a:bodyPr/>
          <a:lstStyle/>
          <a:p/>
          <a:p>
            <a:pPr/>
            <a:r>
              <a:t>• Diverse Skill Set: The resume highlights a mix of technical (Java, C++, HTML/CSS/JavaScript, MERN stack, database management), soft (problemsolving, teamwork, administrative), and communication (content writing, tutoring) skills.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Methodology</a:t>
            </a:r>
          </a:p>
        </p:txBody>
      </p:sp>
      <p:sp>
        <p:nvSpPr>
          <p:cNvPr id="3" name="Content Placeholder 2"/>
          <p:cNvSpPr>
            <a:spLocks noGrp="1"/>
          </p:cNvSpPr>
          <p:nvPr>
            <p:ph idx="1"/>
          </p:nvPr>
        </p:nvSpPr>
        <p:spPr/>
        <p:txBody>
          <a:bodyPr/>
          <a:lstStyle/>
          <a:p/>
          <a:p>
            <a:pPr/>
            <a:r>
              <a:t>• Strong Digital Presence: The inclusion of GitHub and LinkedIn profiles indicates an understanding of the importance of online presence for professional networking and showcasing work.</a:t>
            </a:r>
          </a:p>
          <a:p>
            <a:pPr/>
            <a:r>
              <a:t>• Continuous Learning: The array of certificates from NPTEL, HackerRank, and DataCamp demonstrates a commitment to ongoing skill development and knowledge acquisition in relevant fields.</a:t>
            </a:r>
          </a:p>
          <a:p>
            <a:pPr/>
            <a:r>
              <a:t>• Increasing Responsibility: The progression from Content Writer to Student Intern and involvement in projects showcases increasing levels of responsibility and initiative.</a:t>
            </a:r>
          </a:p>
          <a:p>
            <a:pPr/>
            <a:r>
              <a:t>• Content Analysis: Examination of the text for keywords, phrases, and descriptions that indicate specific skills, experiences, and achievements.</a:t>
            </a:r>
          </a:p>
          <a:p>
            <a:pPr/>
            <a:r>
              <a:t>• Pattern Recognition: Identifying recurring themes and patterns that suggest core competencies and areas of expertise.</a:t>
            </a:r>
          </a:p>
          <a:p>
            <a:pPr/>
            <a:r>
              <a:t>• Contextual Interpretation: Evaluating the information within the context of the applicant's education, experience, and intended career path (implied by the skills and projects highlighted).</a:t>
            </a:r>
          </a:p>
          <a:p>
            <a:pPr/>
            <a:r>
              <a:t>• Comparative Analysis: Comparing the descriptions of different experiences and projects to assess the depth and breadth of the applicant's skills.</a:t>
            </a:r>
          </a:p>
          <a:p>
            <a:pPr/>
            <a:r>
              <a:t>• Source Verification: While not directly possible here, the presence of links to GitHub and LinkedIn suggests further verifiable evidence can be found online.</a:t>
            </a:r>
          </a:p>
          <a:p>
            <a:pPr/>
            <a:r>
              <a:t>• The experiences and projects suggest a strong understanding of web development principles and familiarity with various programming languages and technologies.</a:t>
            </a:r>
          </a:p>
          <a:p>
            <a:pPr/>
            <a:r>
              <a:t>• The applicant is capable of working both independently and collaboratively, as evidenced by involvement in individual projects and teamoriented activities (e.g., Economics Club).</a:t>
            </a:r>
          </a:p>
          <a:p>
            <a:pPr/>
            <a:r>
              <a:t>• The candidate shows initiative and the ability to manage administrative tasks, contributing to organizational efficiency.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Conclusions</a:t>
            </a:r>
          </a:p>
        </p:txBody>
      </p:sp>
      <p:sp>
        <p:nvSpPr>
          <p:cNvPr id="3" name="Content Placeholder 2"/>
          <p:cNvSpPr>
            <a:spLocks noGrp="1"/>
          </p:cNvSpPr>
          <p:nvPr>
            <p:ph idx="1"/>
          </p:nvPr>
        </p:nvSpPr>
        <p:spPr/>
        <p:txBody>
          <a:bodyPr/>
          <a:lstStyle/>
          <a:p/>
          <a:p>
            <a:pPr/>
            <a:r>
              <a:t>• Vrushank Ganatra is a wellrounded individual with a solid foundation in Information Technology, possessing both technical and soft skills essential for success in a technologydriven environment.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Implications</a:t>
            </a:r>
          </a:p>
        </p:txBody>
      </p:sp>
      <p:sp>
        <p:nvSpPr>
          <p:cNvPr id="3" name="Content Placeholder 2"/>
          <p:cNvSpPr>
            <a:spLocks noGrp="1"/>
          </p:cNvSpPr>
          <p:nvPr>
            <p:ph idx="1"/>
          </p:nvPr>
        </p:nvSpPr>
        <p:spPr/>
        <p:txBody>
          <a:bodyPr/>
          <a:lstStyle/>
          <a:p/>
          <a:p>
            <a:pPr/>
            <a:r>
              <a:t>• Potential Employee: This resume suggests that Vrushank Ganatra is a promising candidate for entrylevel positions in web development, software engineering, or related fields. The combination of technical skills, practical experience, and soft skills makes them a potentially valuable asset to a team.</a:t>
            </a:r>
          </a:p>
          <a:p>
            <a:pPr/>
            <a:r>
              <a:t>• Areas for Growth: While the resume showcases a strong foundation, further development in specific areas (e.g., more advanced projects, contributions to opensource projects) could enhance the candidate's profile.</a:t>
            </a:r>
          </a:p>
          <a:p>
            <a:pPr/>
            <a:r>
              <a:t>• Value of Certifications: The certifications highlight the importance of online learning platforms and their role in supplementing formal education and developing indemand skills. This suggests the candidate is aware of the current industry trends.</a:t>
            </a:r>
          </a:p>
          <a:p>
            <a:pPr/>
            <a:r>
              <a:t>• Transferable Skills: The experiences in the Economics Club and as a Student Intern highlight transferable skills, such as communication, organization, and problemsolving, which are valuable in any professional setting. These suggest adaptability and a willingness to learn new things.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